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&lt;Title of the Project&gt;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Student&gt;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ll Number&gt;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&lt;Name of the Mentor/Team Lead/Manager&gt;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2298</cp:revision>
  <dcterms:created xsi:type="dcterms:W3CDTF">2010-04-09T07:36:15Z</dcterms:created>
  <dcterms:modified xsi:type="dcterms:W3CDTF">2026-04-24T05:21:09Z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