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Presentation of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Industry Oriented Hands on Experience (IOHE)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Secret Box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Anonymous Messaging Platform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0" y="2834640"/>
            <a:ext cx="64008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&lt;Student Name&gt;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&lt;Roll Number&gt;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6000" y="3200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Supervised By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&lt;Mentor Name&gt;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University, Punjab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45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972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is Secret Box?
</a:t>
            </a:r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</a:rPr>
              <a:t>A privacy-first web platform enabling users to receive anonymous messages through unique shareable links. Senders need no account — ensuring complete anonymity.
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Problem Statement
</a:t>
            </a:r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</a:rPr>
              <a:t>• Existing platforms require both sender and receiver to have accounts
• No simple, privacy-respecting tool for anonymous feedback
• Need for a platform combining anonymity with user control
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Objectives
</a:t>
            </a:r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</a:rPr>
              <a:t>• Enable anonymous message submission via unique user links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</a:rPr>
              <a:t>• Implement secure multi-provider authentication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</a:rPr>
              <a:t>• Provide comprehensive dashboard for message management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</a:rPr>
              <a:t>• Deliver modern, responsive UI with dark mode support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45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&amp; Technologies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5029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Category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Technology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Purpose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Frontend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Next.js 15 + React 19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Full-stack framework with SSR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Language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TypeScript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Type-safe development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Styling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Tailwind CSS + Shadcn/UI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Modern responsive UI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Auth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NextAuth.js v4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Multi-provider authentication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Database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MongoDB + Mongoose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NoSQL data storage &amp; ODM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Validation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Zod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Schema-based form validation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Email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Resend + React Email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OTP &amp; notification emails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Images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Cloudinary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Cloud image upload &amp; delivery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Animation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Framer Motion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Smooth UI transitions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Security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Bcrypt.js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0E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Password hashing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45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Three-Tier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3200400" cy="2286000"/>
          </a:xfrm>
          <a:prstGeom prst="roundRect">
            <a:avLst>
              <a:gd name="adj" fmla="val 8000"/>
            </a:avLst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73736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Presentation Tier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React Components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Shadcn/UI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Tailwind CSS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Framer Motion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Dark Mode Support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645920"/>
            <a:ext cx="3200400" cy="2286000"/>
          </a:xfrm>
          <a:prstGeom prst="roundRect">
            <a:avLst>
              <a:gd name="adj" fmla="val 8000"/>
            </a:avLst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173736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Tier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Next.js API Routes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NextAuth.js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Middleware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Zod Validation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Route Protection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0" y="1645920"/>
            <a:ext cx="3200400" cy="2286000"/>
          </a:xfrm>
          <a:prstGeom prst="roundRect">
            <a:avLst>
              <a:gd name="adj" fmla="val 8000"/>
            </a:avLst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173736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Tier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MongoDB Atlas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Mongoose ODM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User &amp; Message Models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Cloudinary (Images)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Resend (Emails)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0" y="2560320"/>
            <a:ext cx="457200" cy="365760"/>
          </a:xfrm>
          <a:prstGeom prst="rightArrow">
            <a:avLst/>
          </a:prstGeom>
          <a:solidFill>
            <a:srgbClr val="E94560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0" y="2560320"/>
            <a:ext cx="457200" cy="365760"/>
          </a:xfrm>
          <a:prstGeom prst="rightArrow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 RESTful API Endpoints  •  JWT Session Management  •  Role-Based Access Control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45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🔗 Anonymous Messaging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Send messages via unique links — no signup needed for senders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🔐 Secure Authentication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OTP verification, Google &amp; GitHub OAuth, password reset via email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📬 Inbox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View, star, search, filter, and delete messages from dashboard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👤 Profile Customization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 headline, question, profile image via Cloudinary upload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1097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🛡️ Privacy Controls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1417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Toggle message acceptance, block/allow senders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2011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📧 Email Notifications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2331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Instant alerts for new messages and OTP codes via Resend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926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📊 Admin Dashboard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32461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Role-based analytics with user management capabilities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3840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🌙 Modern UI/UX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4160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Dark mode, animations, responsive design with Shadcn/UI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45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 Highlights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972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Database Models
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• User Model: 15+ fields including auth, profile, social IDs, role, messages
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• Message Model: content, timestamps, read/starred status
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Authentication Flow
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• Credentials + Google + GitHub via NextAuth.js
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• OTP email verification during signup
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• JWT token enrichment with user role and verification status
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API Endpoints (17 routes)
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• send-message, get-messages, message-delete, toggle-star, mark-as-read
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• accept-messages, check-username, verify-otp, resend-otp
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• reset-link, reset-password, get-user, update-user, upload
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• delete-account, admin analytics
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Middleware
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• JWT-based route protection for dashboard
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• Admin-only access enforcement for analytics route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45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&amp; Outcomes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972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✅ Successfully Delivered
</a:t>
            </a:r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</a:rPr>
              <a:t>• Fully functional anonymous messaging platform with complete auth system
</a:t>
            </a:r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</a:rPr>
              <a:t>• Responsive dashboard with inbox management (view/star/delete/search)
</a:t>
            </a:r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</a:rPr>
              <a:t>• Profile customization with Cloudinary image uploads
</a:t>
            </a:r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</a:rPr>
              <a:t>• Admin analytics dashboard with role-based access control
</a:t>
            </a:r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</a:rPr>
              <a:t>• Automated email notifications via Resend
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🏆 Technical Achievements
</a:t>
            </a:r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</a:rPr>
              <a:t>• Next.js 15 App Router with SSR for optimal performance
</a:t>
            </a:r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</a:rPr>
              <a:t>• Full TypeScript implementation for type safety
</a:t>
            </a:r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</a:rPr>
              <a:t>• Singleton DB connection pattern preventing hot-reload leaks
</a:t>
            </a:r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</a:rPr>
              <a:t>• Bcrypt hashing, JWT sessions, middleware route protection
</a:t>
            </a:r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</a:rPr>
              <a:t>• Dark mode, Framer Motion animations, accessible UI components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45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972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
</a:t>
            </a:r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</a:rPr>
              <a:t>Secret Box demonstrates the effective use of modern web technologies to build a secure, scalable, privacy-first application. The project provided hands-on experience across the full development lifecycle.
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Future Enhancements
</a:t>
            </a:r>
            <a:pPr indent="0" marL="0">
              <a:buNone/>
            </a:pPr>
            <a:r>
              <a:rPr lang="en-US" sz="1600" dirty="0">
                <a:solidFill>
                  <a:srgbClr val="E0E0E0"/>
                </a:solidFill>
              </a:rPr>
              <a:t>🤖  AI-powered message suggestions using OpenAI
</a:t>
            </a:r>
            <a:pPr indent="0" marL="0">
              <a:buNone/>
            </a:pPr>
            <a:r>
              <a:rPr lang="en-US" sz="1600" dirty="0">
                <a:solidFill>
                  <a:srgbClr val="E0E0E0"/>
                </a:solidFill>
              </a:rPr>
              <a:t>⚡  Real-time WebSocket notifications
</a:t>
            </a:r>
            <a:pPr indent="0" marL="0">
              <a:buNone/>
            </a:pPr>
            <a:r>
              <a:rPr lang="en-US" sz="1600" dirty="0">
                <a:solidFill>
                  <a:srgbClr val="E0E0E0"/>
                </a:solidFill>
              </a:rPr>
              <a:t>📈  Advanced message analytics &amp; engagement metrics
</a:t>
            </a:r>
            <a:pPr indent="0" marL="0">
              <a:buNone/>
            </a:pPr>
            <a:r>
              <a:rPr lang="en-US" sz="1600" dirty="0">
                <a:solidFill>
                  <a:srgbClr val="E0E0E0"/>
                </a:solidFill>
              </a:rPr>
              <a:t>📱  Native mobile apps with React Native
</a:t>
            </a:r>
            <a:pPr indent="0" marL="0">
              <a:buNone/>
            </a:pPr>
            <a:r>
              <a:rPr lang="en-US" sz="1600" dirty="0">
                <a:solidFill>
                  <a:srgbClr val="E0E0E0"/>
                </a:solidFill>
              </a:rPr>
              <a:t>🔒  End-to-end message encryption
</a:t>
            </a:r>
            <a:pPr indent="0" marL="0">
              <a:buNone/>
            </a:pPr>
            <a:r>
              <a:rPr lang="en-US" sz="1600" dirty="0">
                <a:solidFill>
                  <a:srgbClr val="E0E0E0"/>
                </a:solidFill>
              </a:rPr>
              <a:t>🚀  Redis caching for performance optimization
</a:t>
            </a:r>
            <a:pPr indent="0" marL="0">
              <a:buNone/>
            </a:pPr>
            <a:r>
              <a:rPr lang="en-US" sz="1600" dirty="0">
                <a:solidFill>
                  <a:srgbClr val="E0E0E0"/>
                </a:solidFill>
              </a:rPr>
              <a:t>🌍  Multi-language internationalization (i18n)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945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0" y="3840480"/>
            <a:ext cx="45720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114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Secret Box – Anonymous Messaging Platform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E0E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IOHE Project Presentation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Secret Box – IOHE Project Presentation</dc:title>
  <dc:subject>PptxGenJS Presentation</dc:subject>
  <dc:creator>Secret Box</dc:creator>
  <cp:lastModifiedBy>Secret Box</cp:lastModifiedBy>
  <cp:revision>1</cp:revision>
  <dcterms:created xsi:type="dcterms:W3CDTF">2026-05-08T19:57:04Z</dcterms:created>
  <dcterms:modified xsi:type="dcterms:W3CDTF">2026-05-08T19:57:04Z</dcterms:modified>
</cp:coreProperties>
</file>